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"/>
  </p:notesMasterIdLst>
  <p:sldIdLst>
    <p:sldId id="256" r:id="rId2"/>
    <p:sldId id="258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4E"/>
    <a:srgbClr val="B0FF01"/>
    <a:srgbClr val="D6BC8A"/>
    <a:srgbClr val="CAA692"/>
    <a:srgbClr val="FFBB06"/>
    <a:srgbClr val="E0E07C"/>
    <a:srgbClr val="9185D7"/>
    <a:srgbClr val="CFD785"/>
    <a:srgbClr val="EDFF0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F77F5-6E56-4772-AF01-241393D8E351}" v="1" dt="2026-05-07T17:29:45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2" autoAdjust="0"/>
    <p:restoredTop sz="94351" autoAdjust="0"/>
  </p:normalViewPr>
  <p:slideViewPr>
    <p:cSldViewPr snapToGrid="0">
      <p:cViewPr varScale="1">
        <p:scale>
          <a:sx n="146" d="100"/>
          <a:sy n="146" d="100"/>
        </p:scale>
        <p:origin x="2124" y="126"/>
      </p:cViewPr>
      <p:guideLst>
        <p:guide orient="horz" pos="2161"/>
        <p:guide pos="31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0B9B-A04B-4A25-898D-7F0FD044BADD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BB792D-E4E4-4885-B65C-08507429A3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32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1pPr>
    <a:lvl2pPr marL="665363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2pPr>
    <a:lvl3pPr marL="1330726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3pPr>
    <a:lvl4pPr marL="1996089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4pPr>
    <a:lvl5pPr marL="2661453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5pPr>
    <a:lvl6pPr marL="3326816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6pPr>
    <a:lvl7pPr marL="3992179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7pPr>
    <a:lvl8pPr marL="4657542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8pPr>
    <a:lvl9pPr marL="5322905" algn="l" defTabSz="1330726" rtl="0" eaLnBrk="1" latinLnBrk="0" hangingPunct="1">
      <a:defRPr sz="174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B792D-E4E4-4885-B65C-08507429A38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948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55F5-AD83-662F-E04F-3F10746E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ED606A-97EE-368E-9582-D437B079C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5468BDF-3A1C-2652-0548-2EE99554C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9C4082-37B1-C6F8-C284-3F792E73B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B792D-E4E4-4885-B65C-08507429A38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64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7D33-A366-AF43-14B5-F0305D59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0D15CEF-5AB8-2911-BA4F-8EE90A267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EB22CD-067D-3ED4-7E77-F3073BD1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BAAEB0-3D0E-1E12-0E99-C8FB36D0E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B792D-E4E4-4885-B65C-08507429A38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466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85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39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6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09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697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73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79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51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38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85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95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C2085-1B76-40CB-9426-F344CFB080D1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71FA6-F77D-4795-8398-96B60393A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60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5BFBEA3-945E-4715-ADD9-12E12C2BDD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3628" y="1318798"/>
            <a:ext cx="7200000" cy="4320000"/>
          </a:xfrm>
          <a:prstGeom prst="roundRect">
            <a:avLst>
              <a:gd name="adj" fmla="val 3762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ED5C0EBF-3E01-297A-D960-AAFF81E9EA7C}"/>
              </a:ext>
            </a:extLst>
          </p:cNvPr>
          <p:cNvGrpSpPr/>
          <p:nvPr/>
        </p:nvGrpSpPr>
        <p:grpSpPr>
          <a:xfrm>
            <a:off x="4916059" y="2475344"/>
            <a:ext cx="385099" cy="1102997"/>
            <a:chOff x="5106415" y="1086304"/>
            <a:chExt cx="385099" cy="1102997"/>
          </a:xfrm>
        </p:grpSpPr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D5254F9E-842D-B3BB-8437-A2C99AB02DAE}"/>
                </a:ext>
              </a:extLst>
            </p:cNvPr>
            <p:cNvSpPr/>
            <p:nvPr/>
          </p:nvSpPr>
          <p:spPr>
            <a:xfrm>
              <a:off x="5149905" y="1143612"/>
              <a:ext cx="341609" cy="986676"/>
            </a:xfrm>
            <a:prstGeom prst="roundRect">
              <a:avLst>
                <a:gd name="adj" fmla="val 11778"/>
              </a:avLst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F1FFCF3-D0C0-8E6E-6816-490FCD16238F}"/>
                </a:ext>
              </a:extLst>
            </p:cNvPr>
            <p:cNvSpPr/>
            <p:nvPr/>
          </p:nvSpPr>
          <p:spPr>
            <a:xfrm>
              <a:off x="5106415" y="1086304"/>
              <a:ext cx="119308" cy="11029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8" name="Ellipse 7">
            <a:extLst>
              <a:ext uri="{FF2B5EF4-FFF2-40B4-BE49-F238E27FC236}">
                <a16:creationId xmlns:a16="http://schemas.microsoft.com/office/drawing/2014/main" id="{C55ADC01-F1EE-A1A3-5BA3-77EB19475C9C}"/>
              </a:ext>
            </a:extLst>
          </p:cNvPr>
          <p:cNvSpPr/>
          <p:nvPr/>
        </p:nvSpPr>
        <p:spPr>
          <a:xfrm>
            <a:off x="1781261" y="3242839"/>
            <a:ext cx="2052227" cy="2052227"/>
          </a:xfrm>
          <a:prstGeom prst="ellipse">
            <a:avLst/>
          </a:prstGeom>
          <a:solidFill>
            <a:srgbClr val="CB3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1A758F4-2E2A-E353-78D8-E652FC192E27}"/>
              </a:ext>
            </a:extLst>
          </p:cNvPr>
          <p:cNvSpPr/>
          <p:nvPr/>
        </p:nvSpPr>
        <p:spPr>
          <a:xfrm>
            <a:off x="2087374" y="3548952"/>
            <a:ext cx="1440000" cy="1440000"/>
          </a:xfrm>
          <a:prstGeom prst="ellipse">
            <a:avLst/>
          </a:prstGeom>
          <a:noFill/>
          <a:ln w="19050">
            <a:solidFill>
              <a:srgbClr val="7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28B3B11-0BFE-A6E5-0F5D-C4DC8B5ACF6F}"/>
              </a:ext>
            </a:extLst>
          </p:cNvPr>
          <p:cNvCxnSpPr>
            <a:cxnSpLocks/>
          </p:cNvCxnSpPr>
          <p:nvPr/>
        </p:nvCxnSpPr>
        <p:spPr>
          <a:xfrm>
            <a:off x="4208777" y="2670330"/>
            <a:ext cx="0" cy="2785317"/>
          </a:xfrm>
          <a:prstGeom prst="line">
            <a:avLst/>
          </a:prstGeom>
          <a:ln w="15875" cap="rnd">
            <a:solidFill>
              <a:schemeClr val="bg1"/>
            </a:solidFill>
            <a:miter lim="800000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Organigramme : Ou 6">
            <a:extLst>
              <a:ext uri="{FF2B5EF4-FFF2-40B4-BE49-F238E27FC236}">
                <a16:creationId xmlns:a16="http://schemas.microsoft.com/office/drawing/2014/main" id="{1A0FC849-1B46-9921-11E4-4D8A1985B8A6}"/>
              </a:ext>
            </a:extLst>
          </p:cNvPr>
          <p:cNvSpPr/>
          <p:nvPr/>
        </p:nvSpPr>
        <p:spPr>
          <a:xfrm>
            <a:off x="2411374" y="3872952"/>
            <a:ext cx="792000" cy="792000"/>
          </a:xfrm>
          <a:prstGeom prst="flowChartOr">
            <a:avLst/>
          </a:prstGeom>
          <a:solidFill>
            <a:srgbClr val="CB312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5D5A426-1774-3C6C-2012-9F284A48AC5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596782" y="2660952"/>
            <a:ext cx="49469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C561694A-CDA2-8D36-D41E-67E23DA53689}"/>
              </a:ext>
            </a:extLst>
          </p:cNvPr>
          <p:cNvSpPr txBox="1"/>
          <p:nvPr/>
        </p:nvSpPr>
        <p:spPr>
          <a:xfrm>
            <a:off x="2091472" y="2460897"/>
            <a:ext cx="1435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chemeClr val="bg1"/>
                </a:solidFill>
                <a:latin typeface="Avenir Next LT Pro" panose="020B0504020202020204" pitchFamily="34" charset="0"/>
                <a:cs typeface="Aharoni" panose="02010803020104030203" pitchFamily="2" charset="-79"/>
              </a:rPr>
              <a:t>URGENCE</a:t>
            </a:r>
            <a:endParaRPr lang="fr-FR" sz="2201" b="1" noProof="0" dirty="0">
              <a:solidFill>
                <a:schemeClr val="bg1"/>
              </a:solidFill>
              <a:latin typeface="Avenir Next LT Pro" panose="020B05040202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F219836-51DE-D892-DDAD-3765B87B4806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27371" y="2660952"/>
            <a:ext cx="48491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4ADFFA46-D7E3-FA22-B629-0EFC86D8D7A2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7028005" y="3832494"/>
            <a:ext cx="134628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F655D775-635C-8EF8-3215-71F1D6CEF325}"/>
              </a:ext>
            </a:extLst>
          </p:cNvPr>
          <p:cNvSpPr txBox="1"/>
          <p:nvPr/>
        </p:nvSpPr>
        <p:spPr>
          <a:xfrm>
            <a:off x="6043361" y="3632439"/>
            <a:ext cx="98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chemeClr val="bg1"/>
                </a:solidFill>
                <a:latin typeface="Avenir Next LT Pro" panose="020B0504020202020204" pitchFamily="34" charset="0"/>
                <a:cs typeface="Aharoni" panose="02010803020104030203" pitchFamily="2" charset="-79"/>
              </a:rPr>
              <a:t>TIMER</a:t>
            </a:r>
            <a:endParaRPr lang="fr-FR" sz="2201" b="1" noProof="0" dirty="0">
              <a:solidFill>
                <a:schemeClr val="bg1"/>
              </a:solidFill>
              <a:latin typeface="Avenir Next LT Pro" panose="020B05040202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D75EFB61-BD3B-5223-DE18-668143BB84A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403469" y="3832494"/>
            <a:ext cx="163989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BFF24B1B-8B22-9F85-D5A4-114852B3522B}"/>
              </a:ext>
            </a:extLst>
          </p:cNvPr>
          <p:cNvGrpSpPr/>
          <p:nvPr/>
        </p:nvGrpSpPr>
        <p:grpSpPr>
          <a:xfrm>
            <a:off x="7217932" y="4199281"/>
            <a:ext cx="918000" cy="918000"/>
            <a:chOff x="4640536" y="4254460"/>
            <a:chExt cx="918000" cy="91800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998850F5-E0EE-CA1B-B39E-20EA895C5DEC}"/>
                </a:ext>
              </a:extLst>
            </p:cNvPr>
            <p:cNvSpPr/>
            <p:nvPr/>
          </p:nvSpPr>
          <p:spPr>
            <a:xfrm>
              <a:off x="4640536" y="4254460"/>
              <a:ext cx="918000" cy="918000"/>
            </a:xfrm>
            <a:prstGeom prst="ellipse">
              <a:avLst/>
            </a:prstGeom>
            <a:solidFill>
              <a:srgbClr val="FFBB0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  <p:sp>
          <p:nvSpPr>
            <p:cNvPr id="12" name="Organigramme : Ou 11">
              <a:extLst>
                <a:ext uri="{FF2B5EF4-FFF2-40B4-BE49-F238E27FC236}">
                  <a16:creationId xmlns:a16="http://schemas.microsoft.com/office/drawing/2014/main" id="{DAE331C5-8856-49C3-CF7F-578C559915C3}"/>
                </a:ext>
              </a:extLst>
            </p:cNvPr>
            <p:cNvSpPr/>
            <p:nvPr/>
          </p:nvSpPr>
          <p:spPr>
            <a:xfrm>
              <a:off x="4811536" y="4425460"/>
              <a:ext cx="576000" cy="576000"/>
            </a:xfrm>
            <a:prstGeom prst="flowChartOr">
              <a:avLst/>
            </a:prstGeom>
            <a:solidFill>
              <a:srgbClr val="FFBB0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ADD9AB24-8648-AFF4-1C31-31DF46295665}"/>
              </a:ext>
            </a:extLst>
          </p:cNvPr>
          <p:cNvSpPr txBox="1"/>
          <p:nvPr/>
        </p:nvSpPr>
        <p:spPr>
          <a:xfrm>
            <a:off x="7408269" y="5118946"/>
            <a:ext cx="5373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noProof="0" dirty="0">
                <a:solidFill>
                  <a:schemeClr val="bg1"/>
                </a:solidFill>
                <a:latin typeface="Aptos Narrow" panose="020B0004020202020204" pitchFamily="34" charset="0"/>
                <a:cs typeface="Aharoni" panose="02010803020104030203" pitchFamily="2" charset="-79"/>
              </a:rPr>
              <a:t>ENVOI</a:t>
            </a:r>
          </a:p>
        </p:txBody>
      </p: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A4FD2797-9F7B-A1F5-3B91-770250BB279C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744371" y="1731412"/>
            <a:ext cx="664595" cy="0"/>
          </a:xfrm>
          <a:prstGeom prst="line">
            <a:avLst/>
          </a:prstGeom>
          <a:ln w="15875" cap="rnd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FEEA226F-6647-57E1-4879-60F6AFECC491}"/>
              </a:ext>
            </a:extLst>
          </p:cNvPr>
          <p:cNvSpPr txBox="1"/>
          <p:nvPr/>
        </p:nvSpPr>
        <p:spPr>
          <a:xfrm>
            <a:off x="6408966" y="1531357"/>
            <a:ext cx="119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chemeClr val="bg1"/>
                </a:solidFill>
                <a:latin typeface="Avenir Next LT Pro" panose="020B0504020202020204" pitchFamily="34" charset="0"/>
                <a:cs typeface="Aharoni" panose="02010803020104030203" pitchFamily="2" charset="-79"/>
              </a:rPr>
              <a:t>CONFIG</a:t>
            </a:r>
            <a:endParaRPr lang="fr-FR" sz="2201" b="1" noProof="0" dirty="0">
              <a:solidFill>
                <a:schemeClr val="bg1"/>
              </a:solidFill>
              <a:latin typeface="Avenir Next LT Pro" panose="020B05040202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6B26CFB1-BB13-7B9E-DAB2-F317062599A6}"/>
              </a:ext>
            </a:extLst>
          </p:cNvPr>
          <p:cNvCxnSpPr>
            <a:cxnSpLocks/>
            <a:stCxn id="79" idx="3"/>
          </p:cNvCxnSpPr>
          <p:nvPr/>
        </p:nvCxnSpPr>
        <p:spPr>
          <a:xfrm>
            <a:off x="7607766" y="1731412"/>
            <a:ext cx="766523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B2ACE4D9-D135-8048-524B-1FE43290728D}"/>
              </a:ext>
            </a:extLst>
          </p:cNvPr>
          <p:cNvSpPr/>
          <p:nvPr/>
        </p:nvSpPr>
        <p:spPr>
          <a:xfrm>
            <a:off x="4639969" y="2778404"/>
            <a:ext cx="529423" cy="529423"/>
          </a:xfrm>
          <a:prstGeom prst="ellipse">
            <a:avLst/>
          </a:prstGeom>
          <a:solidFill>
            <a:srgbClr val="A7C8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6" name="Organigramme : Ou 15">
            <a:extLst>
              <a:ext uri="{FF2B5EF4-FFF2-40B4-BE49-F238E27FC236}">
                <a16:creationId xmlns:a16="http://schemas.microsoft.com/office/drawing/2014/main" id="{FEB48151-D3F2-5F8C-82AE-4A9364DF490D}"/>
              </a:ext>
            </a:extLst>
          </p:cNvPr>
          <p:cNvSpPr/>
          <p:nvPr/>
        </p:nvSpPr>
        <p:spPr>
          <a:xfrm>
            <a:off x="4796680" y="2935115"/>
            <a:ext cx="216000" cy="216000"/>
          </a:xfrm>
          <a:prstGeom prst="flowChartOr">
            <a:avLst/>
          </a:prstGeom>
          <a:solidFill>
            <a:srgbClr val="A7C88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B7E457B-3899-178B-F1D0-1238C5B8BA29}"/>
              </a:ext>
            </a:extLst>
          </p:cNvPr>
          <p:cNvSpPr txBox="1"/>
          <p:nvPr/>
        </p:nvSpPr>
        <p:spPr>
          <a:xfrm>
            <a:off x="4911796" y="2279610"/>
            <a:ext cx="5229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noProof="0" dirty="0">
                <a:solidFill>
                  <a:schemeClr val="bg1"/>
                </a:solidFill>
                <a:latin typeface="Aptos Narrow" panose="020B0004020202020204" pitchFamily="34" charset="0"/>
                <a:cs typeface="Aharoni" panose="02010803020104030203" pitchFamily="2" charset="-79"/>
              </a:rPr>
              <a:t>MENU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6FF4CEE-0253-2C9A-AE46-E353E64B1418}"/>
              </a:ext>
            </a:extLst>
          </p:cNvPr>
          <p:cNvSpPr txBox="1"/>
          <p:nvPr/>
        </p:nvSpPr>
        <p:spPr>
          <a:xfrm>
            <a:off x="4935569" y="3533738"/>
            <a:ext cx="4491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noProof="0" dirty="0">
                <a:solidFill>
                  <a:schemeClr val="bg1"/>
                </a:solidFill>
                <a:latin typeface="Aptos Narrow" panose="020B0004020202020204" pitchFamily="34" charset="0"/>
                <a:cs typeface="Aharoni" panose="02010803020104030203" pitchFamily="2" charset="-79"/>
              </a:rPr>
              <a:t>PWR</a:t>
            </a:r>
          </a:p>
        </p:txBody>
      </p:sp>
      <p:sp>
        <p:nvSpPr>
          <p:cNvPr id="58" name="Flèche : bas 57">
            <a:extLst>
              <a:ext uri="{FF2B5EF4-FFF2-40B4-BE49-F238E27FC236}">
                <a16:creationId xmlns:a16="http://schemas.microsoft.com/office/drawing/2014/main" id="{8F5840DE-DA93-05DB-BE0D-563AC05795DB}"/>
              </a:ext>
            </a:extLst>
          </p:cNvPr>
          <p:cNvSpPr/>
          <p:nvPr/>
        </p:nvSpPr>
        <p:spPr>
          <a:xfrm>
            <a:off x="5364909" y="3057992"/>
            <a:ext cx="161149" cy="248269"/>
          </a:xfrm>
          <a:prstGeom prst="downArrow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0" name="Flèche : bas 59">
            <a:extLst>
              <a:ext uri="{FF2B5EF4-FFF2-40B4-BE49-F238E27FC236}">
                <a16:creationId xmlns:a16="http://schemas.microsoft.com/office/drawing/2014/main" id="{40B17A12-6B4D-9556-085F-971C6833FE40}"/>
              </a:ext>
            </a:extLst>
          </p:cNvPr>
          <p:cNvSpPr/>
          <p:nvPr/>
        </p:nvSpPr>
        <p:spPr>
          <a:xfrm rot="10800000">
            <a:off x="5364909" y="2781069"/>
            <a:ext cx="161149" cy="248269"/>
          </a:xfrm>
          <a:prstGeom prst="downArrow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249C04-355D-212B-CCCD-5A791F7235F2}"/>
              </a:ext>
            </a:extLst>
          </p:cNvPr>
          <p:cNvSpPr/>
          <p:nvPr/>
        </p:nvSpPr>
        <p:spPr>
          <a:xfrm>
            <a:off x="1599165" y="1878620"/>
            <a:ext cx="3596620" cy="21806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45" name="Picture 6" descr="Warning tape with yellow and black diagonal stripes. Warn stop seamless ...">
            <a:extLst>
              <a:ext uri="{FF2B5EF4-FFF2-40B4-BE49-F238E27FC236}">
                <a16:creationId xmlns:a16="http://schemas.microsoft.com/office/drawing/2014/main" id="{1EDB7A39-B1C9-0691-698D-E5CF387C0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94" r="99479">
                        <a14:foregroundMark x1="7813" y1="53542" x2="1198" y2="53438"/>
                        <a14:foregroundMark x1="1198" y1="53438" x2="1094" y2="53958"/>
                        <a14:foregroundMark x1="91250" y1="54063" x2="99479" y2="478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48" b="43515"/>
          <a:stretch>
            <a:fillRect/>
          </a:stretch>
        </p:blipFill>
        <p:spPr bwMode="auto">
          <a:xfrm>
            <a:off x="1599165" y="1747295"/>
            <a:ext cx="3111052" cy="1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9C18D1DC-87E9-DD0B-75D4-90E028A86665}"/>
              </a:ext>
            </a:extLst>
          </p:cNvPr>
          <p:cNvSpPr/>
          <p:nvPr/>
        </p:nvSpPr>
        <p:spPr>
          <a:xfrm rot="3545562">
            <a:off x="4820640" y="1620124"/>
            <a:ext cx="230349" cy="1102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2E8EE1F-8FF6-88B2-A6A9-A75E9A253FBB}"/>
              </a:ext>
            </a:extLst>
          </p:cNvPr>
          <p:cNvCxnSpPr>
            <a:cxnSpLocks/>
          </p:cNvCxnSpPr>
          <p:nvPr/>
        </p:nvCxnSpPr>
        <p:spPr>
          <a:xfrm flipV="1">
            <a:off x="4208777" y="1731410"/>
            <a:ext cx="1535593" cy="938920"/>
          </a:xfrm>
          <a:prstGeom prst="line">
            <a:avLst/>
          </a:prstGeom>
          <a:ln w="15875" cap="rnd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0" name="Picture 6" descr="Warning tape with yellow and black diagonal stripes. Warn stop seamless ...">
            <a:extLst>
              <a:ext uri="{FF2B5EF4-FFF2-40B4-BE49-F238E27FC236}">
                <a16:creationId xmlns:a16="http://schemas.microsoft.com/office/drawing/2014/main" id="{D5A3D72F-85E8-D70D-F802-BB5E060DD5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94" r="99479">
                        <a14:foregroundMark x1="7813" y1="53542" x2="1198" y2="53438"/>
                        <a14:foregroundMark x1="1198" y1="53438" x2="1094" y2="53958"/>
                        <a14:foregroundMark x1="91250" y1="54063" x2="99479" y2="478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48" b="43515"/>
          <a:stretch>
            <a:fillRect/>
          </a:stretch>
        </p:blipFill>
        <p:spPr bwMode="auto">
          <a:xfrm>
            <a:off x="1599166" y="2110294"/>
            <a:ext cx="3111052" cy="1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6" descr="Warning tape with yellow and black diagonal stripes. Warn stop seamless ...">
            <a:extLst>
              <a:ext uri="{FF2B5EF4-FFF2-40B4-BE49-F238E27FC236}">
                <a16:creationId xmlns:a16="http://schemas.microsoft.com/office/drawing/2014/main" id="{635B6D0A-9430-5A50-E79D-4CE657A7E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94" r="99479">
                        <a14:foregroundMark x1="7813" y1="53542" x2="1198" y2="53438"/>
                        <a14:foregroundMark x1="1198" y1="53438" x2="1094" y2="53958"/>
                        <a14:foregroundMark x1="91250" y1="54063" x2="99479" y2="478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48" r="4494" b="43515"/>
          <a:stretch>
            <a:fillRect/>
          </a:stretch>
        </p:blipFill>
        <p:spPr bwMode="auto">
          <a:xfrm>
            <a:off x="2224554" y="1750425"/>
            <a:ext cx="2971231" cy="1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25F1FB8B-C615-9603-59C7-5E2A5C687B8D}"/>
              </a:ext>
            </a:extLst>
          </p:cNvPr>
          <p:cNvCxnSpPr>
            <a:cxnSpLocks/>
          </p:cNvCxnSpPr>
          <p:nvPr/>
        </p:nvCxnSpPr>
        <p:spPr>
          <a:xfrm>
            <a:off x="1596783" y="1878409"/>
            <a:ext cx="3230011" cy="2188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5941B658-C8F1-8388-15D5-9622A6ED758F}"/>
              </a:ext>
            </a:extLst>
          </p:cNvPr>
          <p:cNvCxnSpPr>
            <a:cxnSpLocks/>
          </p:cNvCxnSpPr>
          <p:nvPr/>
        </p:nvCxnSpPr>
        <p:spPr>
          <a:xfrm flipV="1">
            <a:off x="1596782" y="1880338"/>
            <a:ext cx="3599003" cy="21053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8F7379E2-923D-84A9-B633-D86E4F765F19}"/>
              </a:ext>
            </a:extLst>
          </p:cNvPr>
          <p:cNvGrpSpPr/>
          <p:nvPr/>
        </p:nvGrpSpPr>
        <p:grpSpPr>
          <a:xfrm>
            <a:off x="6061310" y="4196462"/>
            <a:ext cx="966695" cy="1018895"/>
            <a:chOff x="5690673" y="4187709"/>
            <a:chExt cx="966695" cy="1018895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D254CA9-7A82-B88C-AB53-FAD4CDFBC161}"/>
                </a:ext>
              </a:extLst>
            </p:cNvPr>
            <p:cNvSpPr/>
            <p:nvPr/>
          </p:nvSpPr>
          <p:spPr>
            <a:xfrm>
              <a:off x="5901754" y="4468633"/>
              <a:ext cx="540000" cy="540000"/>
            </a:xfrm>
            <a:prstGeom prst="ellipse">
              <a:avLst/>
            </a:prstGeom>
            <a:solidFill>
              <a:srgbClr val="CAA6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  <p:cxnSp>
          <p:nvCxnSpPr>
            <p:cNvPr id="55" name="Connecteur droit 54">
              <a:extLst>
                <a:ext uri="{FF2B5EF4-FFF2-40B4-BE49-F238E27FC236}">
                  <a16:creationId xmlns:a16="http://schemas.microsoft.com/office/drawing/2014/main" id="{E5EA3F42-A2AB-7DF8-D8D2-0667FFBEE2BF}"/>
                </a:ext>
              </a:extLst>
            </p:cNvPr>
            <p:cNvCxnSpPr>
              <a:cxnSpLocks/>
            </p:cNvCxnSpPr>
            <p:nvPr/>
          </p:nvCxnSpPr>
          <p:spPr>
            <a:xfrm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6A894D0F-43EE-EC64-41AD-9E6E5BD2BE87}"/>
                </a:ext>
              </a:extLst>
            </p:cNvPr>
            <p:cNvSpPr txBox="1"/>
            <p:nvPr/>
          </p:nvSpPr>
          <p:spPr>
            <a:xfrm>
              <a:off x="6044159" y="4187709"/>
              <a:ext cx="25359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b="1" noProof="0" dirty="0">
                  <a:solidFill>
                    <a:schemeClr val="bg1"/>
                  </a:solidFill>
                  <a:latin typeface="Aptos Narrow" panose="020B0004020202020204" pitchFamily="34" charset="0"/>
                  <a:cs typeface="Aharoni" panose="02010803020104030203" pitchFamily="2" charset="-79"/>
                </a:rPr>
                <a:t>0</a:t>
              </a:r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48D12B7D-93DB-E2BE-50C8-306771991123}"/>
                </a:ext>
              </a:extLst>
            </p:cNvPr>
            <p:cNvSpPr txBox="1"/>
            <p:nvPr/>
          </p:nvSpPr>
          <p:spPr>
            <a:xfrm>
              <a:off x="5690673" y="4952688"/>
              <a:ext cx="3225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b="1" noProof="0" dirty="0">
                  <a:solidFill>
                    <a:schemeClr val="bg1"/>
                  </a:solidFill>
                  <a:latin typeface="Aptos Narrow" panose="020B0004020202020204" pitchFamily="34" charset="0"/>
                  <a:cs typeface="Aharoni" panose="02010803020104030203" pitchFamily="2" charset="-79"/>
                </a:rPr>
                <a:t>25</a:t>
              </a:r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750A324-22CC-EC00-C381-37619FBF5417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  <a:headEnd type="non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DDEA94ED-F5C7-4F8B-E1AF-18AD27252B0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01240724-4056-FA05-A972-F1382FCE3F1D}"/>
                </a:ext>
              </a:extLst>
            </p:cNvPr>
            <p:cNvCxnSpPr>
              <a:cxnSpLocks/>
            </p:cNvCxnSpPr>
            <p:nvPr/>
          </p:nvCxnSpPr>
          <p:spPr>
            <a:xfrm rot="8100000"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Organigramme : Ou 5">
              <a:extLst>
                <a:ext uri="{FF2B5EF4-FFF2-40B4-BE49-F238E27FC236}">
                  <a16:creationId xmlns:a16="http://schemas.microsoft.com/office/drawing/2014/main" id="{870554CD-50A4-0B71-4700-4286DACD9FFB}"/>
                </a:ext>
              </a:extLst>
            </p:cNvPr>
            <p:cNvSpPr/>
            <p:nvPr/>
          </p:nvSpPr>
          <p:spPr>
            <a:xfrm>
              <a:off x="6045754" y="4612632"/>
              <a:ext cx="252001" cy="252002"/>
            </a:xfrm>
            <a:prstGeom prst="flowChartOr">
              <a:avLst/>
            </a:prstGeom>
            <a:solidFill>
              <a:srgbClr val="CAA69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66E9B034-AADA-691C-06A4-C79116AC3888}"/>
                </a:ext>
              </a:extLst>
            </p:cNvPr>
            <p:cNvSpPr txBox="1"/>
            <p:nvPr/>
          </p:nvSpPr>
          <p:spPr>
            <a:xfrm>
              <a:off x="6334844" y="4952688"/>
              <a:ext cx="3225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b="1" noProof="0" dirty="0">
                  <a:solidFill>
                    <a:schemeClr val="bg1"/>
                  </a:solidFill>
                  <a:latin typeface="Aptos Narrow" panose="020B0004020202020204" pitchFamily="34" charset="0"/>
                  <a:cs typeface="Aharoni" panose="02010803020104030203" pitchFamily="2" charset="-79"/>
                </a:rPr>
                <a:t>15</a:t>
              </a:r>
            </a:p>
          </p:txBody>
        </p:sp>
      </p:grp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5AE23C0-06D4-DB98-C39A-A43C729CE16C}"/>
              </a:ext>
            </a:extLst>
          </p:cNvPr>
          <p:cNvSpPr/>
          <p:nvPr/>
        </p:nvSpPr>
        <p:spPr>
          <a:xfrm>
            <a:off x="4476671" y="4092507"/>
            <a:ext cx="1394713" cy="1295996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3DC3181C-67DF-A5CE-8231-73C980E5D425}"/>
              </a:ext>
            </a:extLst>
          </p:cNvPr>
          <p:cNvGrpSpPr/>
          <p:nvPr/>
        </p:nvGrpSpPr>
        <p:grpSpPr>
          <a:xfrm>
            <a:off x="4544027" y="4155505"/>
            <a:ext cx="1260000" cy="1170000"/>
            <a:chOff x="5466000" y="1752767"/>
            <a:chExt cx="1260000" cy="1170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F0589E3-FDD6-A108-4B01-C537B785D0B5}"/>
                </a:ext>
              </a:extLst>
            </p:cNvPr>
            <p:cNvSpPr/>
            <p:nvPr/>
          </p:nvSpPr>
          <p:spPr>
            <a:xfrm>
              <a:off x="5466000" y="1752767"/>
              <a:ext cx="1260000" cy="117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275298A6-A107-7976-694E-C114CC5BA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50D61256-9D87-E2B8-D9FD-12E5B40E7B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9CD7C53D-B1D9-8993-5F85-C533938C1220}"/>
              </a:ext>
            </a:extLst>
          </p:cNvPr>
          <p:cNvSpPr/>
          <p:nvPr/>
        </p:nvSpPr>
        <p:spPr>
          <a:xfrm>
            <a:off x="6979576" y="2171416"/>
            <a:ext cx="1394713" cy="1295996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EABBA821-56B5-3F45-8A43-E13D5A3CA9C7}"/>
              </a:ext>
            </a:extLst>
          </p:cNvPr>
          <p:cNvGrpSpPr/>
          <p:nvPr/>
        </p:nvGrpSpPr>
        <p:grpSpPr>
          <a:xfrm>
            <a:off x="7046932" y="2234414"/>
            <a:ext cx="1260000" cy="1170000"/>
            <a:chOff x="5466000" y="1752767"/>
            <a:chExt cx="1260000" cy="1170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FA47BE6-7198-4171-0F07-05F94809A069}"/>
                </a:ext>
              </a:extLst>
            </p:cNvPr>
            <p:cNvSpPr/>
            <p:nvPr/>
          </p:nvSpPr>
          <p:spPr>
            <a:xfrm>
              <a:off x="5466000" y="1752767"/>
              <a:ext cx="1260000" cy="117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7DD877F3-D440-2A08-5586-C237EF1856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150B8AA5-33EB-CD68-1013-2DC88F1438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ZoneTexte 60">
            <a:extLst>
              <a:ext uri="{FF2B5EF4-FFF2-40B4-BE49-F238E27FC236}">
                <a16:creationId xmlns:a16="http://schemas.microsoft.com/office/drawing/2014/main" id="{21F3B8BB-EB36-2947-786E-9CF616EA9013}"/>
              </a:ext>
            </a:extLst>
          </p:cNvPr>
          <p:cNvSpPr txBox="1"/>
          <p:nvPr/>
        </p:nvSpPr>
        <p:spPr>
          <a:xfrm>
            <a:off x="5834568" y="2230673"/>
            <a:ext cx="1194974" cy="630942"/>
          </a:xfrm>
          <a:prstGeom prst="rect">
            <a:avLst/>
          </a:prstGeom>
          <a:solidFill>
            <a:schemeClr val="tx1"/>
          </a:solidFill>
          <a:ln>
            <a:solidFill>
              <a:srgbClr val="D6BC8A"/>
            </a:solidFill>
          </a:ln>
        </p:spPr>
        <p:txBody>
          <a:bodyPr wrap="square" rtlCol="0">
            <a:spAutoFit/>
          </a:bodyPr>
          <a:lstStyle/>
          <a:p>
            <a:r>
              <a:rPr lang="fr-FR" sz="700" noProof="0" dirty="0">
                <a:solidFill>
                  <a:srgbClr val="D6BC8A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COMMANDES MENU</a:t>
            </a:r>
          </a:p>
          <a:p>
            <a:endParaRPr lang="fr-FR" sz="700" noProof="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fr-FR" sz="700" noProof="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◄► Pivoter : Naviguer</a:t>
            </a:r>
          </a:p>
          <a:p>
            <a:r>
              <a:rPr lang="fr-FR" sz="700" noProof="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● Appuyer : Confirmer</a:t>
            </a:r>
          </a:p>
          <a:p>
            <a:r>
              <a:rPr lang="fr-FR" sz="700" noProof="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⟲ Maintenir : Retour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34B02C9-51A9-CF5D-6A5C-65DE6CFD9456}"/>
              </a:ext>
            </a:extLst>
          </p:cNvPr>
          <p:cNvSpPr/>
          <p:nvPr/>
        </p:nvSpPr>
        <p:spPr>
          <a:xfrm>
            <a:off x="1396210" y="1318797"/>
            <a:ext cx="180000" cy="4319999"/>
          </a:xfrm>
          <a:prstGeom prst="rect">
            <a:avLst/>
          </a:prstGeom>
          <a:solidFill>
            <a:schemeClr val="accent1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7916273-80F5-72C8-2901-84D9D8B114DE}"/>
              </a:ext>
            </a:extLst>
          </p:cNvPr>
          <p:cNvSpPr/>
          <p:nvPr/>
        </p:nvSpPr>
        <p:spPr>
          <a:xfrm>
            <a:off x="8412458" y="1318797"/>
            <a:ext cx="180000" cy="4319999"/>
          </a:xfrm>
          <a:prstGeom prst="rect">
            <a:avLst/>
          </a:prstGeom>
          <a:solidFill>
            <a:schemeClr val="accent1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E80F976-5DEC-5CDB-BBF6-79C8A27BB0CF}"/>
              </a:ext>
            </a:extLst>
          </p:cNvPr>
          <p:cNvSpPr/>
          <p:nvPr/>
        </p:nvSpPr>
        <p:spPr>
          <a:xfrm rot="5400000">
            <a:off x="4903144" y="-2006462"/>
            <a:ext cx="180000" cy="6833868"/>
          </a:xfrm>
          <a:prstGeom prst="rect">
            <a:avLst/>
          </a:prstGeom>
          <a:solidFill>
            <a:schemeClr val="accent1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D187653-4C5D-2F2F-189C-26B2D8258B7E}"/>
              </a:ext>
            </a:extLst>
          </p:cNvPr>
          <p:cNvSpPr/>
          <p:nvPr/>
        </p:nvSpPr>
        <p:spPr>
          <a:xfrm rot="5400000">
            <a:off x="4904354" y="2129411"/>
            <a:ext cx="180000" cy="6833867"/>
          </a:xfrm>
          <a:prstGeom prst="rect">
            <a:avLst/>
          </a:prstGeom>
          <a:solidFill>
            <a:schemeClr val="accent1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A622ED7-CFC1-E86F-D144-2653F8B39182}"/>
              </a:ext>
            </a:extLst>
          </p:cNvPr>
          <p:cNvSpPr/>
          <p:nvPr/>
        </p:nvSpPr>
        <p:spPr>
          <a:xfrm>
            <a:off x="8054233" y="4774797"/>
            <a:ext cx="540000" cy="864000"/>
          </a:xfrm>
          <a:prstGeom prst="rect">
            <a:avLst/>
          </a:prstGeom>
          <a:solidFill>
            <a:schemeClr val="accent2">
              <a:lumMod val="5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41D53CC-EA62-379A-BA17-598AD95C7F8F}"/>
              </a:ext>
            </a:extLst>
          </p:cNvPr>
          <p:cNvSpPr/>
          <p:nvPr/>
        </p:nvSpPr>
        <p:spPr>
          <a:xfrm>
            <a:off x="8054233" y="1316975"/>
            <a:ext cx="540000" cy="864000"/>
          </a:xfrm>
          <a:prstGeom prst="rect">
            <a:avLst/>
          </a:prstGeom>
          <a:solidFill>
            <a:schemeClr val="accent2">
              <a:lumMod val="5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96EB28B-031A-A251-F706-7EBF4CC0DEE7}"/>
              </a:ext>
            </a:extLst>
          </p:cNvPr>
          <p:cNvSpPr/>
          <p:nvPr/>
        </p:nvSpPr>
        <p:spPr>
          <a:xfrm>
            <a:off x="1394328" y="1320057"/>
            <a:ext cx="540000" cy="864000"/>
          </a:xfrm>
          <a:prstGeom prst="rect">
            <a:avLst/>
          </a:prstGeom>
          <a:solidFill>
            <a:schemeClr val="accent2">
              <a:lumMod val="5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D1918B7-56B0-A3D7-17A1-55F924D65869}"/>
              </a:ext>
            </a:extLst>
          </p:cNvPr>
          <p:cNvSpPr/>
          <p:nvPr/>
        </p:nvSpPr>
        <p:spPr>
          <a:xfrm>
            <a:off x="1392297" y="4772404"/>
            <a:ext cx="540000" cy="864000"/>
          </a:xfrm>
          <a:prstGeom prst="rect">
            <a:avLst/>
          </a:prstGeom>
          <a:solidFill>
            <a:schemeClr val="accent2">
              <a:lumMod val="5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5BD5687-1F7F-C831-D53B-88239524A81B}"/>
              </a:ext>
            </a:extLst>
          </p:cNvPr>
          <p:cNvSpPr txBox="1"/>
          <p:nvPr/>
        </p:nvSpPr>
        <p:spPr>
          <a:xfrm>
            <a:off x="562206" y="446789"/>
            <a:ext cx="274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ptos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With </a:t>
            </a:r>
            <a:r>
              <a:rPr lang="fr-FR" dirty="0" err="1">
                <a:latin typeface="Aptos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dead</a:t>
            </a:r>
            <a:r>
              <a:rPr lang="fr-FR" dirty="0">
                <a:latin typeface="Aptos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zones</a:t>
            </a:r>
          </a:p>
        </p:txBody>
      </p:sp>
    </p:spTree>
    <p:extLst>
      <p:ext uri="{BB962C8B-B14F-4D97-AF65-F5344CB8AC3E}">
        <p14:creationId xmlns:p14="http://schemas.microsoft.com/office/powerpoint/2010/main" val="3884449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E86A6-C367-6247-B1DE-F6704993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F275221-2ABD-F49C-EF08-4F43C6D72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3628" y="1318798"/>
            <a:ext cx="7200000" cy="4320000"/>
          </a:xfrm>
          <a:prstGeom prst="roundRect">
            <a:avLst>
              <a:gd name="adj" fmla="val 3762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FC93D3F-8EFA-BF63-2EA2-8023A366EA99}"/>
              </a:ext>
            </a:extLst>
          </p:cNvPr>
          <p:cNvGrpSpPr/>
          <p:nvPr/>
        </p:nvGrpSpPr>
        <p:grpSpPr>
          <a:xfrm>
            <a:off x="4916059" y="2475344"/>
            <a:ext cx="385099" cy="1102997"/>
            <a:chOff x="5106415" y="1086304"/>
            <a:chExt cx="385099" cy="1102997"/>
          </a:xfrm>
        </p:grpSpPr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DE904E72-5589-8068-C624-727F55B341C2}"/>
                </a:ext>
              </a:extLst>
            </p:cNvPr>
            <p:cNvSpPr/>
            <p:nvPr/>
          </p:nvSpPr>
          <p:spPr>
            <a:xfrm>
              <a:off x="5149905" y="1143612"/>
              <a:ext cx="341609" cy="986676"/>
            </a:xfrm>
            <a:prstGeom prst="roundRect">
              <a:avLst>
                <a:gd name="adj" fmla="val 11778"/>
              </a:avLst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8A2DA-B47B-0D15-DE27-F3BD8A993318}"/>
                </a:ext>
              </a:extLst>
            </p:cNvPr>
            <p:cNvSpPr/>
            <p:nvPr/>
          </p:nvSpPr>
          <p:spPr>
            <a:xfrm>
              <a:off x="5106415" y="1086304"/>
              <a:ext cx="119308" cy="11029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8" name="Ellipse 7">
            <a:extLst>
              <a:ext uri="{FF2B5EF4-FFF2-40B4-BE49-F238E27FC236}">
                <a16:creationId xmlns:a16="http://schemas.microsoft.com/office/drawing/2014/main" id="{BF8F748C-1134-B5B2-05A4-FC3A3FEAB57A}"/>
              </a:ext>
            </a:extLst>
          </p:cNvPr>
          <p:cNvSpPr/>
          <p:nvPr/>
        </p:nvSpPr>
        <p:spPr>
          <a:xfrm>
            <a:off x="1781261" y="3242839"/>
            <a:ext cx="2052227" cy="2052227"/>
          </a:xfrm>
          <a:prstGeom prst="ellipse">
            <a:avLst/>
          </a:prstGeom>
          <a:solidFill>
            <a:srgbClr val="CB3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9CAFF4C-55F7-4FEB-BBFE-C91930460DA4}"/>
              </a:ext>
            </a:extLst>
          </p:cNvPr>
          <p:cNvSpPr/>
          <p:nvPr/>
        </p:nvSpPr>
        <p:spPr>
          <a:xfrm>
            <a:off x="2087374" y="3548952"/>
            <a:ext cx="1440000" cy="1440000"/>
          </a:xfrm>
          <a:prstGeom prst="ellipse">
            <a:avLst/>
          </a:prstGeom>
          <a:noFill/>
          <a:ln w="19050">
            <a:solidFill>
              <a:srgbClr val="7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8540BCB-B201-5BE5-FB0B-FE75C3016AF9}"/>
              </a:ext>
            </a:extLst>
          </p:cNvPr>
          <p:cNvCxnSpPr>
            <a:cxnSpLocks/>
          </p:cNvCxnSpPr>
          <p:nvPr/>
        </p:nvCxnSpPr>
        <p:spPr>
          <a:xfrm>
            <a:off x="4208777" y="2670330"/>
            <a:ext cx="0" cy="2785317"/>
          </a:xfrm>
          <a:prstGeom prst="line">
            <a:avLst/>
          </a:prstGeom>
          <a:ln w="15875" cap="rnd">
            <a:solidFill>
              <a:schemeClr val="bg1"/>
            </a:solidFill>
            <a:miter lim="800000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Organigramme : Ou 6">
            <a:extLst>
              <a:ext uri="{FF2B5EF4-FFF2-40B4-BE49-F238E27FC236}">
                <a16:creationId xmlns:a16="http://schemas.microsoft.com/office/drawing/2014/main" id="{42ED901A-ED6A-49E1-743A-E46689DBC92B}"/>
              </a:ext>
            </a:extLst>
          </p:cNvPr>
          <p:cNvSpPr/>
          <p:nvPr/>
        </p:nvSpPr>
        <p:spPr>
          <a:xfrm>
            <a:off x="2411374" y="3872952"/>
            <a:ext cx="792000" cy="792000"/>
          </a:xfrm>
          <a:prstGeom prst="flowChartOr">
            <a:avLst/>
          </a:prstGeom>
          <a:solidFill>
            <a:srgbClr val="CB312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C3A808EE-0219-CE1E-4CBB-3835D7571BF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596782" y="2660952"/>
            <a:ext cx="49469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D9CF7CEC-F18A-A5AC-294E-097AFF2B071E}"/>
              </a:ext>
            </a:extLst>
          </p:cNvPr>
          <p:cNvSpPr txBox="1"/>
          <p:nvPr/>
        </p:nvSpPr>
        <p:spPr>
          <a:xfrm>
            <a:off x="2091472" y="2460897"/>
            <a:ext cx="1435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chemeClr val="bg1"/>
                </a:solidFill>
                <a:latin typeface="Avenir Next LT Pro" panose="020B0504020202020204" pitchFamily="34" charset="0"/>
                <a:cs typeface="Aharoni" panose="02010803020104030203" pitchFamily="2" charset="-79"/>
              </a:rPr>
              <a:t>URGENCE</a:t>
            </a:r>
            <a:endParaRPr lang="fr-FR" sz="2201" b="1" noProof="0" dirty="0">
              <a:solidFill>
                <a:schemeClr val="bg1"/>
              </a:solidFill>
              <a:latin typeface="Avenir Next LT Pro" panose="020B05040202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F83C43B7-A2A6-612E-84ED-572A13E5C9A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27371" y="2660952"/>
            <a:ext cx="48491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21C9C31-724E-FE39-CB5D-7401BF03447F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7028005" y="3832494"/>
            <a:ext cx="134628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8622CF9-9BCC-5EFD-4DFE-343B51A69D5E}"/>
              </a:ext>
            </a:extLst>
          </p:cNvPr>
          <p:cNvSpPr txBox="1"/>
          <p:nvPr/>
        </p:nvSpPr>
        <p:spPr>
          <a:xfrm>
            <a:off x="6043361" y="3632439"/>
            <a:ext cx="98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chemeClr val="bg1"/>
                </a:solidFill>
                <a:latin typeface="Avenir Next LT Pro" panose="020B0504020202020204" pitchFamily="34" charset="0"/>
                <a:cs typeface="Aharoni" panose="02010803020104030203" pitchFamily="2" charset="-79"/>
              </a:rPr>
              <a:t>TIMER</a:t>
            </a:r>
            <a:endParaRPr lang="fr-FR" sz="2201" b="1" noProof="0" dirty="0">
              <a:solidFill>
                <a:schemeClr val="bg1"/>
              </a:solidFill>
              <a:latin typeface="Avenir Next LT Pro" panose="020B05040202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F70BE30-C24C-44CF-41E2-99FC71A5778E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403469" y="3832494"/>
            <a:ext cx="163989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5C00F741-00D6-DED6-BC5B-631A9A84F0F4}"/>
              </a:ext>
            </a:extLst>
          </p:cNvPr>
          <p:cNvGrpSpPr/>
          <p:nvPr/>
        </p:nvGrpSpPr>
        <p:grpSpPr>
          <a:xfrm>
            <a:off x="7217932" y="4199281"/>
            <a:ext cx="918000" cy="918000"/>
            <a:chOff x="4640536" y="4254460"/>
            <a:chExt cx="918000" cy="91800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0FB42192-43A4-D11B-2F3B-F726C4C303E3}"/>
                </a:ext>
              </a:extLst>
            </p:cNvPr>
            <p:cNvSpPr/>
            <p:nvPr/>
          </p:nvSpPr>
          <p:spPr>
            <a:xfrm>
              <a:off x="4640536" y="4254460"/>
              <a:ext cx="918000" cy="918000"/>
            </a:xfrm>
            <a:prstGeom prst="ellipse">
              <a:avLst/>
            </a:prstGeom>
            <a:solidFill>
              <a:srgbClr val="FFBB0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  <p:sp>
          <p:nvSpPr>
            <p:cNvPr id="12" name="Organigramme : Ou 11">
              <a:extLst>
                <a:ext uri="{FF2B5EF4-FFF2-40B4-BE49-F238E27FC236}">
                  <a16:creationId xmlns:a16="http://schemas.microsoft.com/office/drawing/2014/main" id="{A9749E63-67E4-0884-70C9-C437C8E82E9D}"/>
                </a:ext>
              </a:extLst>
            </p:cNvPr>
            <p:cNvSpPr/>
            <p:nvPr/>
          </p:nvSpPr>
          <p:spPr>
            <a:xfrm>
              <a:off x="4811536" y="4425460"/>
              <a:ext cx="576000" cy="576000"/>
            </a:xfrm>
            <a:prstGeom prst="flowChartOr">
              <a:avLst/>
            </a:prstGeom>
            <a:solidFill>
              <a:srgbClr val="FFBB06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8CE6F941-C658-12CC-56B2-EE0AC84C8F91}"/>
              </a:ext>
            </a:extLst>
          </p:cNvPr>
          <p:cNvSpPr txBox="1"/>
          <p:nvPr/>
        </p:nvSpPr>
        <p:spPr>
          <a:xfrm>
            <a:off x="7408269" y="5118946"/>
            <a:ext cx="5373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noProof="0" dirty="0">
                <a:solidFill>
                  <a:schemeClr val="bg1"/>
                </a:solidFill>
                <a:latin typeface="Aptos Narrow" panose="020B0004020202020204" pitchFamily="34" charset="0"/>
                <a:cs typeface="Aharoni" panose="02010803020104030203" pitchFamily="2" charset="-79"/>
              </a:rPr>
              <a:t>ENVOI</a:t>
            </a:r>
          </a:p>
        </p:txBody>
      </p: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A6DB33E1-7B3E-0F8F-AAD8-CBA4B58F68F6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744371" y="1731412"/>
            <a:ext cx="664595" cy="0"/>
          </a:xfrm>
          <a:prstGeom prst="line">
            <a:avLst/>
          </a:prstGeom>
          <a:ln w="15875" cap="rnd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E5CBCC71-1962-EC26-1F3E-5AB863B99198}"/>
              </a:ext>
            </a:extLst>
          </p:cNvPr>
          <p:cNvSpPr txBox="1"/>
          <p:nvPr/>
        </p:nvSpPr>
        <p:spPr>
          <a:xfrm>
            <a:off x="6408966" y="1531357"/>
            <a:ext cx="119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chemeClr val="bg1"/>
                </a:solidFill>
                <a:latin typeface="Avenir Next LT Pro" panose="020B0504020202020204" pitchFamily="34" charset="0"/>
                <a:cs typeface="Aharoni" panose="02010803020104030203" pitchFamily="2" charset="-79"/>
              </a:rPr>
              <a:t>CONFIG</a:t>
            </a:r>
            <a:endParaRPr lang="fr-FR" sz="2201" b="1" noProof="0" dirty="0">
              <a:solidFill>
                <a:schemeClr val="bg1"/>
              </a:solidFill>
              <a:latin typeface="Avenir Next LT Pro" panose="020B05040202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DEBD9742-9041-D1D6-AF5C-FB6847C4BEEE}"/>
              </a:ext>
            </a:extLst>
          </p:cNvPr>
          <p:cNvCxnSpPr>
            <a:cxnSpLocks/>
            <a:stCxn id="79" idx="3"/>
          </p:cNvCxnSpPr>
          <p:nvPr/>
        </p:nvCxnSpPr>
        <p:spPr>
          <a:xfrm>
            <a:off x="7607766" y="1731412"/>
            <a:ext cx="766523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038DC3D7-A21F-47BE-A997-C27F93E113D3}"/>
              </a:ext>
            </a:extLst>
          </p:cNvPr>
          <p:cNvSpPr/>
          <p:nvPr/>
        </p:nvSpPr>
        <p:spPr>
          <a:xfrm>
            <a:off x="4639969" y="2778404"/>
            <a:ext cx="529423" cy="529423"/>
          </a:xfrm>
          <a:prstGeom prst="ellipse">
            <a:avLst/>
          </a:prstGeom>
          <a:solidFill>
            <a:srgbClr val="A7C8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6" name="Organigramme : Ou 15">
            <a:extLst>
              <a:ext uri="{FF2B5EF4-FFF2-40B4-BE49-F238E27FC236}">
                <a16:creationId xmlns:a16="http://schemas.microsoft.com/office/drawing/2014/main" id="{2592E921-C13C-73AD-A92C-59E592DD28C3}"/>
              </a:ext>
            </a:extLst>
          </p:cNvPr>
          <p:cNvSpPr/>
          <p:nvPr/>
        </p:nvSpPr>
        <p:spPr>
          <a:xfrm>
            <a:off x="4796680" y="2935115"/>
            <a:ext cx="216000" cy="216000"/>
          </a:xfrm>
          <a:prstGeom prst="flowChartOr">
            <a:avLst/>
          </a:prstGeom>
          <a:solidFill>
            <a:srgbClr val="A7C88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B11936D-C537-52FD-FC4F-1323AA42FC6F}"/>
              </a:ext>
            </a:extLst>
          </p:cNvPr>
          <p:cNvSpPr txBox="1"/>
          <p:nvPr/>
        </p:nvSpPr>
        <p:spPr>
          <a:xfrm>
            <a:off x="4911796" y="2279610"/>
            <a:ext cx="5229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noProof="0" dirty="0">
                <a:solidFill>
                  <a:schemeClr val="bg1"/>
                </a:solidFill>
                <a:latin typeface="Aptos Narrow" panose="020B0004020202020204" pitchFamily="34" charset="0"/>
                <a:cs typeface="Aharoni" panose="02010803020104030203" pitchFamily="2" charset="-79"/>
              </a:rPr>
              <a:t>MENU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C9E8EF6-6E90-CDBA-D2BF-7BEECAEAB7DC}"/>
              </a:ext>
            </a:extLst>
          </p:cNvPr>
          <p:cNvSpPr txBox="1"/>
          <p:nvPr/>
        </p:nvSpPr>
        <p:spPr>
          <a:xfrm>
            <a:off x="4935569" y="3533738"/>
            <a:ext cx="4491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noProof="0" dirty="0">
                <a:solidFill>
                  <a:schemeClr val="bg1"/>
                </a:solidFill>
                <a:latin typeface="Aptos Narrow" panose="020B0004020202020204" pitchFamily="34" charset="0"/>
                <a:cs typeface="Aharoni" panose="02010803020104030203" pitchFamily="2" charset="-79"/>
              </a:rPr>
              <a:t>PWR</a:t>
            </a:r>
          </a:p>
        </p:txBody>
      </p:sp>
      <p:sp>
        <p:nvSpPr>
          <p:cNvPr id="58" name="Flèche : bas 57">
            <a:extLst>
              <a:ext uri="{FF2B5EF4-FFF2-40B4-BE49-F238E27FC236}">
                <a16:creationId xmlns:a16="http://schemas.microsoft.com/office/drawing/2014/main" id="{81A4B227-0C9B-DE22-9A3B-DAE10EC6558C}"/>
              </a:ext>
            </a:extLst>
          </p:cNvPr>
          <p:cNvSpPr/>
          <p:nvPr/>
        </p:nvSpPr>
        <p:spPr>
          <a:xfrm>
            <a:off x="5364909" y="3057992"/>
            <a:ext cx="161149" cy="248269"/>
          </a:xfrm>
          <a:prstGeom prst="downArrow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0" name="Flèche : bas 59">
            <a:extLst>
              <a:ext uri="{FF2B5EF4-FFF2-40B4-BE49-F238E27FC236}">
                <a16:creationId xmlns:a16="http://schemas.microsoft.com/office/drawing/2014/main" id="{1935684D-0872-B336-B732-D1255288BD94}"/>
              </a:ext>
            </a:extLst>
          </p:cNvPr>
          <p:cNvSpPr/>
          <p:nvPr/>
        </p:nvSpPr>
        <p:spPr>
          <a:xfrm rot="10800000">
            <a:off x="5364909" y="2781069"/>
            <a:ext cx="161149" cy="248269"/>
          </a:xfrm>
          <a:prstGeom prst="downArrow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765B57-5D76-727D-988C-F25F72F84B9C}"/>
              </a:ext>
            </a:extLst>
          </p:cNvPr>
          <p:cNvSpPr/>
          <p:nvPr/>
        </p:nvSpPr>
        <p:spPr>
          <a:xfrm>
            <a:off x="1599165" y="1878620"/>
            <a:ext cx="3596620" cy="21806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45" name="Picture 6" descr="Warning tape with yellow and black diagonal stripes. Warn stop seamless ...">
            <a:extLst>
              <a:ext uri="{FF2B5EF4-FFF2-40B4-BE49-F238E27FC236}">
                <a16:creationId xmlns:a16="http://schemas.microsoft.com/office/drawing/2014/main" id="{AD9BB1E9-E256-D76E-2E25-09D9BD00F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94" r="99479">
                        <a14:foregroundMark x1="7813" y1="53542" x2="1198" y2="53438"/>
                        <a14:foregroundMark x1="1198" y1="53438" x2="1094" y2="53958"/>
                        <a14:foregroundMark x1="91250" y1="54063" x2="99479" y2="478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48" b="43515"/>
          <a:stretch>
            <a:fillRect/>
          </a:stretch>
        </p:blipFill>
        <p:spPr bwMode="auto">
          <a:xfrm>
            <a:off x="1599165" y="1747295"/>
            <a:ext cx="3111052" cy="1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904DC437-288F-E099-769F-E7FA041CB866}"/>
              </a:ext>
            </a:extLst>
          </p:cNvPr>
          <p:cNvSpPr/>
          <p:nvPr/>
        </p:nvSpPr>
        <p:spPr>
          <a:xfrm rot="3545562">
            <a:off x="4820640" y="1620124"/>
            <a:ext cx="230349" cy="1102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6D38477-CBE0-9176-A225-32064EFBD3AA}"/>
              </a:ext>
            </a:extLst>
          </p:cNvPr>
          <p:cNvCxnSpPr>
            <a:cxnSpLocks/>
          </p:cNvCxnSpPr>
          <p:nvPr/>
        </p:nvCxnSpPr>
        <p:spPr>
          <a:xfrm flipV="1">
            <a:off x="4208777" y="1731410"/>
            <a:ext cx="1535593" cy="938920"/>
          </a:xfrm>
          <a:prstGeom prst="line">
            <a:avLst/>
          </a:prstGeom>
          <a:ln w="15875" cap="rnd">
            <a:solidFill>
              <a:schemeClr val="bg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0" name="Picture 6" descr="Warning tape with yellow and black diagonal stripes. Warn stop seamless ...">
            <a:extLst>
              <a:ext uri="{FF2B5EF4-FFF2-40B4-BE49-F238E27FC236}">
                <a16:creationId xmlns:a16="http://schemas.microsoft.com/office/drawing/2014/main" id="{568C07BE-8720-977C-67F7-17E1614B5A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94" r="99479">
                        <a14:foregroundMark x1="7813" y1="53542" x2="1198" y2="53438"/>
                        <a14:foregroundMark x1="1198" y1="53438" x2="1094" y2="53958"/>
                        <a14:foregroundMark x1="91250" y1="54063" x2="99479" y2="478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48" b="43515"/>
          <a:stretch>
            <a:fillRect/>
          </a:stretch>
        </p:blipFill>
        <p:spPr bwMode="auto">
          <a:xfrm>
            <a:off x="1599166" y="2110294"/>
            <a:ext cx="3111052" cy="1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6" descr="Warning tape with yellow and black diagonal stripes. Warn stop seamless ...">
            <a:extLst>
              <a:ext uri="{FF2B5EF4-FFF2-40B4-BE49-F238E27FC236}">
                <a16:creationId xmlns:a16="http://schemas.microsoft.com/office/drawing/2014/main" id="{A8134B2F-B71F-7FB6-C5D3-6D70483229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94" r="99479">
                        <a14:foregroundMark x1="7813" y1="53542" x2="1198" y2="53438"/>
                        <a14:foregroundMark x1="1198" y1="53438" x2="1094" y2="53958"/>
                        <a14:foregroundMark x1="91250" y1="54063" x2="99479" y2="478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48" r="4494" b="43515"/>
          <a:stretch>
            <a:fillRect/>
          </a:stretch>
        </p:blipFill>
        <p:spPr bwMode="auto">
          <a:xfrm>
            <a:off x="2224554" y="1750425"/>
            <a:ext cx="2971231" cy="1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2FC560D5-940B-3C45-A394-BB8831A9B3C9}"/>
              </a:ext>
            </a:extLst>
          </p:cNvPr>
          <p:cNvCxnSpPr>
            <a:cxnSpLocks/>
          </p:cNvCxnSpPr>
          <p:nvPr/>
        </p:nvCxnSpPr>
        <p:spPr>
          <a:xfrm>
            <a:off x="1596783" y="1878409"/>
            <a:ext cx="3230011" cy="2188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2F82A018-4933-AF77-5F7F-8D034C9A5BE4}"/>
              </a:ext>
            </a:extLst>
          </p:cNvPr>
          <p:cNvCxnSpPr>
            <a:cxnSpLocks/>
          </p:cNvCxnSpPr>
          <p:nvPr/>
        </p:nvCxnSpPr>
        <p:spPr>
          <a:xfrm flipV="1">
            <a:off x="1596782" y="1880338"/>
            <a:ext cx="3599003" cy="21053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1ED6667C-BF61-D994-B9BA-D523C7E8D477}"/>
              </a:ext>
            </a:extLst>
          </p:cNvPr>
          <p:cNvGrpSpPr/>
          <p:nvPr/>
        </p:nvGrpSpPr>
        <p:grpSpPr>
          <a:xfrm>
            <a:off x="6061310" y="4196462"/>
            <a:ext cx="966695" cy="1018895"/>
            <a:chOff x="5690673" y="4187709"/>
            <a:chExt cx="966695" cy="1018895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EBD6C40-548F-995B-E5A9-0E7511845B67}"/>
                </a:ext>
              </a:extLst>
            </p:cNvPr>
            <p:cNvSpPr/>
            <p:nvPr/>
          </p:nvSpPr>
          <p:spPr>
            <a:xfrm>
              <a:off x="5901754" y="4468633"/>
              <a:ext cx="540000" cy="540000"/>
            </a:xfrm>
            <a:prstGeom prst="ellipse">
              <a:avLst/>
            </a:prstGeom>
            <a:solidFill>
              <a:srgbClr val="CAA6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  <p:cxnSp>
          <p:nvCxnSpPr>
            <p:cNvPr id="55" name="Connecteur droit 54">
              <a:extLst>
                <a:ext uri="{FF2B5EF4-FFF2-40B4-BE49-F238E27FC236}">
                  <a16:creationId xmlns:a16="http://schemas.microsoft.com/office/drawing/2014/main" id="{71F85C04-0C2D-FBAF-CCEF-6E9887B28521}"/>
                </a:ext>
              </a:extLst>
            </p:cNvPr>
            <p:cNvCxnSpPr>
              <a:cxnSpLocks/>
            </p:cNvCxnSpPr>
            <p:nvPr/>
          </p:nvCxnSpPr>
          <p:spPr>
            <a:xfrm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4265C7C4-523C-83DF-5840-39FB424F8B22}"/>
                </a:ext>
              </a:extLst>
            </p:cNvPr>
            <p:cNvSpPr txBox="1"/>
            <p:nvPr/>
          </p:nvSpPr>
          <p:spPr>
            <a:xfrm>
              <a:off x="6044159" y="4187709"/>
              <a:ext cx="25359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b="1" noProof="0" dirty="0">
                  <a:solidFill>
                    <a:schemeClr val="bg1"/>
                  </a:solidFill>
                  <a:latin typeface="Aptos Narrow" panose="020B0004020202020204" pitchFamily="34" charset="0"/>
                  <a:cs typeface="Aharoni" panose="02010803020104030203" pitchFamily="2" charset="-79"/>
                </a:rPr>
                <a:t>0</a:t>
              </a:r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7555068B-C937-5FC1-1A9F-9E816DBAC7F3}"/>
                </a:ext>
              </a:extLst>
            </p:cNvPr>
            <p:cNvSpPr txBox="1"/>
            <p:nvPr/>
          </p:nvSpPr>
          <p:spPr>
            <a:xfrm>
              <a:off x="5690673" y="4952688"/>
              <a:ext cx="3225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b="1" noProof="0" dirty="0">
                  <a:solidFill>
                    <a:schemeClr val="bg1"/>
                  </a:solidFill>
                  <a:latin typeface="Aptos Narrow" panose="020B0004020202020204" pitchFamily="34" charset="0"/>
                  <a:cs typeface="Aharoni" panose="02010803020104030203" pitchFamily="2" charset="-79"/>
                </a:rPr>
                <a:t>25</a:t>
              </a:r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6F3F6B02-1F57-692D-5CB2-FE092D70051D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  <a:headEnd type="non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0F4B8BBC-767F-996C-36A0-BCE0481C20C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E90C6281-3852-C053-DF19-8B6B8DE56EB5}"/>
                </a:ext>
              </a:extLst>
            </p:cNvPr>
            <p:cNvCxnSpPr>
              <a:cxnSpLocks/>
            </p:cNvCxnSpPr>
            <p:nvPr/>
          </p:nvCxnSpPr>
          <p:spPr>
            <a:xfrm rot="8100000">
              <a:off x="5837813" y="4738633"/>
              <a:ext cx="667883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Organigramme : Ou 5">
              <a:extLst>
                <a:ext uri="{FF2B5EF4-FFF2-40B4-BE49-F238E27FC236}">
                  <a16:creationId xmlns:a16="http://schemas.microsoft.com/office/drawing/2014/main" id="{E376897E-4306-6D21-8970-C0AB6FBDFF3F}"/>
                </a:ext>
              </a:extLst>
            </p:cNvPr>
            <p:cNvSpPr/>
            <p:nvPr/>
          </p:nvSpPr>
          <p:spPr>
            <a:xfrm>
              <a:off x="6045754" y="4612632"/>
              <a:ext cx="252001" cy="252002"/>
            </a:xfrm>
            <a:prstGeom prst="flowChartOr">
              <a:avLst/>
            </a:prstGeom>
            <a:solidFill>
              <a:srgbClr val="CAA69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41" noProof="0" dirty="0"/>
            </a:p>
          </p:txBody>
        </p:sp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B40C0AE4-A2A0-E284-7B31-F5974481972C}"/>
                </a:ext>
              </a:extLst>
            </p:cNvPr>
            <p:cNvSpPr txBox="1"/>
            <p:nvPr/>
          </p:nvSpPr>
          <p:spPr>
            <a:xfrm>
              <a:off x="6334844" y="4952688"/>
              <a:ext cx="3225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b="1" noProof="0" dirty="0">
                  <a:solidFill>
                    <a:schemeClr val="bg1"/>
                  </a:solidFill>
                  <a:latin typeface="Aptos Narrow" panose="020B0004020202020204" pitchFamily="34" charset="0"/>
                  <a:cs typeface="Aharoni" panose="02010803020104030203" pitchFamily="2" charset="-79"/>
                </a:rPr>
                <a:t>15</a:t>
              </a:r>
            </a:p>
          </p:txBody>
        </p:sp>
      </p:grp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77D19AA6-5330-DD91-D472-E48247F039CD}"/>
              </a:ext>
            </a:extLst>
          </p:cNvPr>
          <p:cNvSpPr/>
          <p:nvPr/>
        </p:nvSpPr>
        <p:spPr>
          <a:xfrm>
            <a:off x="4476671" y="4092507"/>
            <a:ext cx="1394713" cy="1295996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1AA929FA-2087-6D6A-87E1-39E364EC3872}"/>
              </a:ext>
            </a:extLst>
          </p:cNvPr>
          <p:cNvGrpSpPr/>
          <p:nvPr/>
        </p:nvGrpSpPr>
        <p:grpSpPr>
          <a:xfrm>
            <a:off x="4544027" y="4155505"/>
            <a:ext cx="1260000" cy="1170000"/>
            <a:chOff x="5466000" y="1752767"/>
            <a:chExt cx="1260000" cy="1170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73F5C06-4E2C-490A-3AB4-ACADC3B4E082}"/>
                </a:ext>
              </a:extLst>
            </p:cNvPr>
            <p:cNvSpPr/>
            <p:nvPr/>
          </p:nvSpPr>
          <p:spPr>
            <a:xfrm>
              <a:off x="5466000" y="1752767"/>
              <a:ext cx="1260000" cy="117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53CCF704-0A3F-B0EC-C960-3DAABED68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D4A10D46-4EF6-5FC9-C452-245DA6DBBA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2A3E2B66-795B-9307-B6B0-724218C84950}"/>
              </a:ext>
            </a:extLst>
          </p:cNvPr>
          <p:cNvSpPr/>
          <p:nvPr/>
        </p:nvSpPr>
        <p:spPr>
          <a:xfrm>
            <a:off x="6979576" y="2171416"/>
            <a:ext cx="1394713" cy="1295996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522B33B2-6A1D-CAA3-D0EA-AB67D701FDBF}"/>
              </a:ext>
            </a:extLst>
          </p:cNvPr>
          <p:cNvGrpSpPr/>
          <p:nvPr/>
        </p:nvGrpSpPr>
        <p:grpSpPr>
          <a:xfrm>
            <a:off x="7046932" y="2234414"/>
            <a:ext cx="1260000" cy="1170000"/>
            <a:chOff x="5466000" y="1752767"/>
            <a:chExt cx="1260000" cy="1170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797F0B6-2082-68A2-BD32-674387C08CC3}"/>
                </a:ext>
              </a:extLst>
            </p:cNvPr>
            <p:cNvSpPr/>
            <p:nvPr/>
          </p:nvSpPr>
          <p:spPr>
            <a:xfrm>
              <a:off x="5466000" y="1752767"/>
              <a:ext cx="1260000" cy="117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DED2506-8E53-0BE2-03B9-20F4D8A012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2A603C57-F9B3-1D24-5D40-27FC2DD0BA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ZoneTexte 60">
            <a:extLst>
              <a:ext uri="{FF2B5EF4-FFF2-40B4-BE49-F238E27FC236}">
                <a16:creationId xmlns:a16="http://schemas.microsoft.com/office/drawing/2014/main" id="{60E433DB-E12C-374D-8C08-B95388EED44F}"/>
              </a:ext>
            </a:extLst>
          </p:cNvPr>
          <p:cNvSpPr txBox="1"/>
          <p:nvPr/>
        </p:nvSpPr>
        <p:spPr>
          <a:xfrm>
            <a:off x="5834568" y="2230673"/>
            <a:ext cx="1194974" cy="630942"/>
          </a:xfrm>
          <a:prstGeom prst="rect">
            <a:avLst/>
          </a:prstGeom>
          <a:solidFill>
            <a:schemeClr val="tx1"/>
          </a:solidFill>
          <a:ln>
            <a:solidFill>
              <a:srgbClr val="D6BC8A"/>
            </a:solidFill>
          </a:ln>
        </p:spPr>
        <p:txBody>
          <a:bodyPr wrap="square" rtlCol="0">
            <a:spAutoFit/>
          </a:bodyPr>
          <a:lstStyle/>
          <a:p>
            <a:r>
              <a:rPr lang="fr-FR" sz="700" noProof="0" dirty="0">
                <a:solidFill>
                  <a:srgbClr val="D6BC8A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COMMANDES MENU</a:t>
            </a:r>
          </a:p>
          <a:p>
            <a:endParaRPr lang="fr-FR" sz="700" noProof="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fr-FR" sz="700" noProof="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◄► Pivoter : Naviguer</a:t>
            </a:r>
          </a:p>
          <a:p>
            <a:r>
              <a:rPr lang="fr-FR" sz="700" noProof="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● Appuyer : Confirmer</a:t>
            </a:r>
          </a:p>
          <a:p>
            <a:r>
              <a:rPr lang="fr-FR" sz="700" noProof="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⟲ Maintenir : Retour</a:t>
            </a:r>
          </a:p>
        </p:txBody>
      </p:sp>
    </p:spTree>
    <p:extLst>
      <p:ext uri="{BB962C8B-B14F-4D97-AF65-F5344CB8AC3E}">
        <p14:creationId xmlns:p14="http://schemas.microsoft.com/office/powerpoint/2010/main" val="1642944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E6F24-5949-9CEE-C4AF-717E3820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38D417A-AF95-A98E-D3C7-3656B51203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3628" y="1318798"/>
            <a:ext cx="7200000" cy="4320000"/>
          </a:xfrm>
          <a:prstGeom prst="roundRect">
            <a:avLst>
              <a:gd name="adj" fmla="val 3762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Organigramme : Ou 6">
            <a:extLst>
              <a:ext uri="{FF2B5EF4-FFF2-40B4-BE49-F238E27FC236}">
                <a16:creationId xmlns:a16="http://schemas.microsoft.com/office/drawing/2014/main" id="{6B742901-6E7E-AC96-F299-6BDB780F98EE}"/>
              </a:ext>
            </a:extLst>
          </p:cNvPr>
          <p:cNvSpPr/>
          <p:nvPr/>
        </p:nvSpPr>
        <p:spPr>
          <a:xfrm>
            <a:off x="2411374" y="3872952"/>
            <a:ext cx="792000" cy="792000"/>
          </a:xfrm>
          <a:prstGeom prst="flowChartOr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2" name="Organigramme : Ou 11">
            <a:extLst>
              <a:ext uri="{FF2B5EF4-FFF2-40B4-BE49-F238E27FC236}">
                <a16:creationId xmlns:a16="http://schemas.microsoft.com/office/drawing/2014/main" id="{1F5AFB7C-AD40-AF65-2E88-42549D1518CC}"/>
              </a:ext>
            </a:extLst>
          </p:cNvPr>
          <p:cNvSpPr/>
          <p:nvPr/>
        </p:nvSpPr>
        <p:spPr>
          <a:xfrm>
            <a:off x="7388932" y="4370281"/>
            <a:ext cx="576000" cy="576000"/>
          </a:xfrm>
          <a:prstGeom prst="flowChartOr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16" name="Organigramme : Ou 15">
            <a:extLst>
              <a:ext uri="{FF2B5EF4-FFF2-40B4-BE49-F238E27FC236}">
                <a16:creationId xmlns:a16="http://schemas.microsoft.com/office/drawing/2014/main" id="{53772225-12CF-2090-DB22-63305E1010D7}"/>
              </a:ext>
            </a:extLst>
          </p:cNvPr>
          <p:cNvSpPr/>
          <p:nvPr/>
        </p:nvSpPr>
        <p:spPr>
          <a:xfrm>
            <a:off x="4796680" y="2935115"/>
            <a:ext cx="216000" cy="216000"/>
          </a:xfrm>
          <a:prstGeom prst="flowChartOr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8E5D0518-8CD9-3098-4BEE-B79813578A3D}"/>
              </a:ext>
            </a:extLst>
          </p:cNvPr>
          <p:cNvSpPr/>
          <p:nvPr/>
        </p:nvSpPr>
        <p:spPr>
          <a:xfrm>
            <a:off x="1599165" y="1878620"/>
            <a:ext cx="3596620" cy="218067"/>
          </a:xfrm>
          <a:custGeom>
            <a:avLst/>
            <a:gdLst>
              <a:gd name="csX0" fmla="*/ 0 w 3596620"/>
              <a:gd name="csY0" fmla="*/ 0 h 218067"/>
              <a:gd name="csX1" fmla="*/ 3596620 w 3596620"/>
              <a:gd name="csY1" fmla="*/ 0 h 218067"/>
              <a:gd name="csX2" fmla="*/ 3596620 w 3596620"/>
              <a:gd name="csY2" fmla="*/ 3132 h 218067"/>
              <a:gd name="csX3" fmla="*/ 3237594 w 3596620"/>
              <a:gd name="csY3" fmla="*/ 218067 h 218067"/>
              <a:gd name="csX4" fmla="*/ 0 w 3596620"/>
              <a:gd name="csY4" fmla="*/ 218067 h 218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6620" h="218067">
                <a:moveTo>
                  <a:pt x="0" y="0"/>
                </a:moveTo>
                <a:lnTo>
                  <a:pt x="3596620" y="0"/>
                </a:lnTo>
                <a:lnTo>
                  <a:pt x="3596620" y="3132"/>
                </a:lnTo>
                <a:lnTo>
                  <a:pt x="3237594" y="218067"/>
                </a:lnTo>
                <a:lnTo>
                  <a:pt x="0" y="21806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43F8E83D-97C0-69E2-05EA-DF4817F6F5B1}"/>
              </a:ext>
            </a:extLst>
          </p:cNvPr>
          <p:cNvCxnSpPr>
            <a:cxnSpLocks/>
          </p:cNvCxnSpPr>
          <p:nvPr/>
        </p:nvCxnSpPr>
        <p:spPr>
          <a:xfrm>
            <a:off x="1596783" y="1878409"/>
            <a:ext cx="3230011" cy="2188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ABA0674B-F782-DC3D-AE4C-122EA8408DE0}"/>
              </a:ext>
            </a:extLst>
          </p:cNvPr>
          <p:cNvCxnSpPr>
            <a:cxnSpLocks/>
          </p:cNvCxnSpPr>
          <p:nvPr/>
        </p:nvCxnSpPr>
        <p:spPr>
          <a:xfrm flipV="1">
            <a:off x="1596782" y="1880338"/>
            <a:ext cx="3599003" cy="21053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rganigramme : Ou 5">
            <a:extLst>
              <a:ext uri="{FF2B5EF4-FFF2-40B4-BE49-F238E27FC236}">
                <a16:creationId xmlns:a16="http://schemas.microsoft.com/office/drawing/2014/main" id="{B4A68689-68C5-09DA-5071-87A1FA191B90}"/>
              </a:ext>
            </a:extLst>
          </p:cNvPr>
          <p:cNvSpPr/>
          <p:nvPr/>
        </p:nvSpPr>
        <p:spPr>
          <a:xfrm>
            <a:off x="6416391" y="4621385"/>
            <a:ext cx="252001" cy="252002"/>
          </a:xfrm>
          <a:prstGeom prst="flowChartOr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41" noProof="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64C77F46-422F-83B1-DE38-9A25C5FC786A}"/>
              </a:ext>
            </a:extLst>
          </p:cNvPr>
          <p:cNvGrpSpPr/>
          <p:nvPr/>
        </p:nvGrpSpPr>
        <p:grpSpPr>
          <a:xfrm>
            <a:off x="4544027" y="4155505"/>
            <a:ext cx="1260000" cy="1170000"/>
            <a:chOff x="5466000" y="1752767"/>
            <a:chExt cx="1260000" cy="1170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DF87F34-199C-4C4C-CE4E-F251D4215328}"/>
                </a:ext>
              </a:extLst>
            </p:cNvPr>
            <p:cNvSpPr/>
            <p:nvPr/>
          </p:nvSpPr>
          <p:spPr>
            <a:xfrm>
              <a:off x="5466000" y="1752767"/>
              <a:ext cx="1260000" cy="117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85485CBB-2369-67C5-9826-8645651E1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3E292942-7BB1-A86F-9B66-BFF7DDD1F2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4E32E767-F7D7-45B1-F781-60121C0F7B7C}"/>
              </a:ext>
            </a:extLst>
          </p:cNvPr>
          <p:cNvGrpSpPr/>
          <p:nvPr/>
        </p:nvGrpSpPr>
        <p:grpSpPr>
          <a:xfrm>
            <a:off x="7046932" y="2234414"/>
            <a:ext cx="1260000" cy="1170000"/>
            <a:chOff x="5466000" y="1752767"/>
            <a:chExt cx="1260000" cy="1170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F00AE4C-C321-2499-9CB3-668BFBC259A2}"/>
                </a:ext>
              </a:extLst>
            </p:cNvPr>
            <p:cNvSpPr/>
            <p:nvPr/>
          </p:nvSpPr>
          <p:spPr>
            <a:xfrm>
              <a:off x="5466000" y="1752767"/>
              <a:ext cx="1260000" cy="117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3F526B79-F4CC-A5EB-F070-A3447671CC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56DE9079-94E6-9632-2076-450454D9E8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6000" y="1752767"/>
              <a:ext cx="1260000" cy="117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498D269F-2C99-277F-DAD5-35E270EF454A}"/>
              </a:ext>
            </a:extLst>
          </p:cNvPr>
          <p:cNvSpPr txBox="1"/>
          <p:nvPr/>
        </p:nvSpPr>
        <p:spPr>
          <a:xfrm>
            <a:off x="2411374" y="4747386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Ø 2,2 cm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F8A1996-7994-D13A-5306-05685DDB2170}"/>
              </a:ext>
            </a:extLst>
          </p:cNvPr>
          <p:cNvSpPr txBox="1"/>
          <p:nvPr/>
        </p:nvSpPr>
        <p:spPr>
          <a:xfrm>
            <a:off x="4510982" y="3237811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Ø 0,6 cm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BB4D6B-63C2-B339-0730-947BAF41DC4C}"/>
              </a:ext>
            </a:extLst>
          </p:cNvPr>
          <p:cNvSpPr txBox="1"/>
          <p:nvPr/>
        </p:nvSpPr>
        <p:spPr>
          <a:xfrm>
            <a:off x="6130869" y="4935393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Ø 0,7 cm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85C7C2-9ED0-9DDB-C166-290A2841BC73}"/>
              </a:ext>
            </a:extLst>
          </p:cNvPr>
          <p:cNvSpPr txBox="1"/>
          <p:nvPr/>
        </p:nvSpPr>
        <p:spPr>
          <a:xfrm>
            <a:off x="7283234" y="5048506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Ø 1,6 cm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3E7F43-1CEE-BD10-F2AC-EE2652853C1B}"/>
              </a:ext>
            </a:extLst>
          </p:cNvPr>
          <p:cNvSpPr txBox="1"/>
          <p:nvPr/>
        </p:nvSpPr>
        <p:spPr>
          <a:xfrm>
            <a:off x="7326515" y="3506639"/>
            <a:ext cx="841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L 3,5 cm</a:t>
            </a:r>
          </a:p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h 3,25 cm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B32FB0-0986-C250-2820-D8ED34162F38}"/>
              </a:ext>
            </a:extLst>
          </p:cNvPr>
          <p:cNvSpPr txBox="1"/>
          <p:nvPr/>
        </p:nvSpPr>
        <p:spPr>
          <a:xfrm>
            <a:off x="4774836" y="3611379"/>
            <a:ext cx="841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L 3,5 cm</a:t>
            </a:r>
          </a:p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h 3,25 cm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35E1380-B040-8336-4B0B-B3BF1B68080E}"/>
              </a:ext>
            </a:extLst>
          </p:cNvPr>
          <p:cNvSpPr txBox="1"/>
          <p:nvPr/>
        </p:nvSpPr>
        <p:spPr>
          <a:xfrm>
            <a:off x="5462348" y="1847104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h 0,6 cm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47CE9F-FCF7-120B-A000-CECE68163435}"/>
              </a:ext>
            </a:extLst>
          </p:cNvPr>
          <p:cNvSpPr txBox="1"/>
          <p:nvPr/>
        </p:nvSpPr>
        <p:spPr>
          <a:xfrm>
            <a:off x="2933460" y="2223976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L2 9 cm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29D9EC2-63EB-4C76-EBA4-16B23372267C}"/>
              </a:ext>
            </a:extLst>
          </p:cNvPr>
          <p:cNvSpPr txBox="1"/>
          <p:nvPr/>
        </p:nvSpPr>
        <p:spPr>
          <a:xfrm>
            <a:off x="2933459" y="1471063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dugi" panose="020B0502040204020203" pitchFamily="34" charset="0"/>
                <a:ea typeface="Gadugi" panose="020B0502040204020203" pitchFamily="34" charset="0"/>
              </a:rPr>
              <a:t>L1 10 cm</a:t>
            </a:r>
          </a:p>
        </p:txBody>
      </p:sp>
    </p:spTree>
    <p:extLst>
      <p:ext uri="{BB962C8B-B14F-4D97-AF65-F5344CB8AC3E}">
        <p14:creationId xmlns:p14="http://schemas.microsoft.com/office/powerpoint/2010/main" val="11794631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561</TotalTime>
  <Words>85</Words>
  <Application>Microsoft Office PowerPoint</Application>
  <PresentationFormat>Format A4 (210 x 297 mm)</PresentationFormat>
  <Paragraphs>43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Avenir Next LT Pro</vt:lpstr>
      <vt:lpstr>Biome</vt:lpstr>
      <vt:lpstr>Gadugi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H</dc:creator>
  <cp:lastModifiedBy>R H</cp:lastModifiedBy>
  <cp:revision>2</cp:revision>
  <dcterms:created xsi:type="dcterms:W3CDTF">2026-01-16T18:14:26Z</dcterms:created>
  <dcterms:modified xsi:type="dcterms:W3CDTF">2026-05-07T17:30:30Z</dcterms:modified>
</cp:coreProperties>
</file>